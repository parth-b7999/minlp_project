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1AB265-C0D2-A543-B156-B0221787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33906"/>
            <a:ext cx="12192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Franklin Gothic Medium" panose="020B0603020102020204" pitchFamily="34" charset="0"/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B10240F-B4BA-0448-B9CB-BAB80DBF6B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lvl="0"/>
            <a:r>
              <a:rPr lang="en-US" dirty="0"/>
              <a:t>Insert subtitle, date or other important information, not to exceed two lines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4FFE49-5199-9649-BB93-106054861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38E82-F276-E142-E87C-5EDAC7406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888" y="905690"/>
            <a:ext cx="8334246" cy="2106570"/>
          </a:xfrm>
        </p:spPr>
        <p:txBody>
          <a:bodyPr rIns="91440" anchor="b">
            <a:normAutofit/>
          </a:bodyPr>
          <a:lstStyle>
            <a:lvl1pPr algn="l">
              <a:defRPr sz="4200" b="0" i="0">
                <a:solidFill>
                  <a:schemeClr val="tx1">
                    <a:lumMod val="90000"/>
                    <a:lumOff val="10000"/>
                  </a:schemeClr>
                </a:solidFill>
                <a:latin typeface="Franklin Gothic Medium" panose="020B0603020102020204" pitchFamily="34" charset="0"/>
                <a:ea typeface="Red Hat Display" panose="02010303040201060303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 in title or sentence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A8BC2-2551-FA1A-C7E7-5273998D4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888" y="3218871"/>
            <a:ext cx="4875535" cy="9400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0000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0"/>
            <a:ext cx="11330848" cy="665018"/>
          </a:xfrm>
        </p:spPr>
        <p:txBody>
          <a:bodyPr anchor="ctr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152" y="856211"/>
            <a:ext cx="11330848" cy="544298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F36EFA6-130C-FA8D-C5D6-428A4DBE85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41FF924-BF10-973F-4CA4-92DD736531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61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351362"/>
            <a:ext cx="11330848" cy="665018"/>
          </a:xfrm>
        </p:spPr>
        <p:txBody>
          <a:bodyPr anchor="ctr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152" y="1214846"/>
            <a:ext cx="11330848" cy="5084354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F36EFA6-130C-FA8D-C5D6-428A4DBE85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41FF924-BF10-973F-4CA4-92DD736531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6B674-298A-23BA-9829-39AC24B307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152" y="76448"/>
            <a:ext cx="2983682" cy="275806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611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58B8DE-87DA-D3AB-F96D-20EDAD5D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668000" cy="1066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E7FCCF-1E53-D6C0-4E28-D4B3E747CA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62000" y="5476240"/>
            <a:ext cx="10668000" cy="822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B1BE3-710C-7AF3-4F5F-C87EAFE29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36" y="1096550"/>
            <a:ext cx="6156328" cy="92358"/>
          </a:xfrm>
          <a:prstGeom prst="rect">
            <a:avLst/>
          </a:prstGeom>
          <a:gradFill flip="none" rotWithShape="1">
            <a:gsLst>
              <a:gs pos="35000">
                <a:srgbClr val="D34D4D"/>
              </a:gs>
              <a:gs pos="97000">
                <a:schemeClr val="bg1"/>
              </a:gs>
              <a:gs pos="0">
                <a:srgbClr val="C00000"/>
              </a:gs>
              <a:gs pos="7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173E25-95C3-DD2A-1311-722C25C957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B1243-DD01-B30D-D4A2-D1595E1A8A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000" y="1246058"/>
            <a:ext cx="10668000" cy="41085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1739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A194C-A4B8-2148-8BE0-5451BAAC5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7C912DB-E11B-3D4C-9D09-221D4E87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24128"/>
            <a:ext cx="11163300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3DBCEB-EA83-B646-A716-9EAB713C5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Insert subtitle if needed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2A8E911-3157-1444-8D3E-B3404B047192}"/>
              </a:ext>
            </a:extLst>
          </p:cNvPr>
          <p:cNvSpPr/>
          <p:nvPr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6D0D8-B441-B94F-81C3-D858DB039304}"/>
              </a:ext>
            </a:extLst>
          </p:cNvPr>
          <p:cNvSpPr/>
          <p:nvPr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54FEC2B-37AF-0F44-BE06-966950F82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EB6C9F2-5465-8D47-8351-B6B681C45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C382C-FEDF-9251-E54F-141B8D210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5900" y="2514600"/>
            <a:ext cx="8279202" cy="1367286"/>
          </a:xfrm>
        </p:spPr>
        <p:txBody>
          <a:bodyPr rIns="9144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02806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7BF5E0-9683-0ECC-4BB7-44FAB28C3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494" y="0"/>
            <a:ext cx="11135011" cy="574723"/>
          </a:xfrm>
        </p:spPr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Insert slide title in title or sentence case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ED3E70-BC3F-B808-91A1-F46DC55A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B22A6-1860-8FC1-7E80-63BA4BDD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481EE2-6797-F391-EB38-F13B12CC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D614-EDF6-8AD1-02DA-1BBA71DA17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80753"/>
            <a:ext cx="10668000" cy="180753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F1E41E-C7BA-BE47-AEDC-13D87A97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C4C51E-00EF-893F-6195-05960684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BDD5B-4351-F55F-E67B-B5FC1349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8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in white text on a red background">
            <a:extLst>
              <a:ext uri="{FF2B5EF4-FFF2-40B4-BE49-F238E27FC236}">
                <a16:creationId xmlns:a16="http://schemas.microsoft.com/office/drawing/2014/main" id="{9442AFA6-CAED-D743-9BD0-FB7276E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78A76A-7D1D-3E85-0AC5-9B02E65F2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80060"/>
            <a:ext cx="10668000" cy="170121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64595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5D359-7029-C74B-8048-D1347E3F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with white text on a black background">
            <a:extLst>
              <a:ext uri="{FF2B5EF4-FFF2-40B4-BE49-F238E27FC236}">
                <a16:creationId xmlns:a16="http://schemas.microsoft.com/office/drawing/2014/main" id="{9442AFA6-CAED-D743-9BD0-FB7276E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DEFCB-76DD-8C96-B6DC-4040B702AD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01325"/>
            <a:ext cx="10668000" cy="191386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83442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877F-66FB-61AA-FD91-53CB64D52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2FB1F-5B3D-040B-53E3-B7ABF14D7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A4B6-CC87-69B2-A257-38A392439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CB5F-F9FA-B575-FA98-F7A86272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10FD3-89C4-FAEF-09D0-3FAEED74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7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1B85-7D32-3DF4-4059-DD3BB77B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75E8A-9D65-92F8-F0DF-33F6213E2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B85B8-417F-4CBA-84E6-295DA5A9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F5C8F-07E1-A26C-721C-434A0DBC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36A3-F7F3-B035-7F97-9B3D9CE7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85B4-A326-2641-AD67-CD27C546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58"/>
            <a:ext cx="10515600" cy="6527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38E8C-18CB-1D1A-6602-A86CC3ADC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320"/>
            <a:ext cx="10515600" cy="539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62F6-677C-5D4F-A56D-B235C2AF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407D-FD12-647F-45C4-E326C21C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4994-AD8B-2657-F5CC-FE69ACE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66502"/>
            <a:ext cx="10668000" cy="64008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938988"/>
            <a:ext cx="9677400" cy="533746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B1986-83A7-3542-BAD9-60B6AA5AD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red crest logo&#10;">
            <a:extLst>
              <a:ext uri="{FF2B5EF4-FFF2-40B4-BE49-F238E27FC236}">
                <a16:creationId xmlns:a16="http://schemas.microsoft.com/office/drawing/2014/main" id="{0E552B7F-AB27-DB49-8004-05CB2856796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3B645-3114-CC40-CDEF-774F5444F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D7ABF-2FD4-0F23-781F-077E8FEAD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E23284C3-8BFF-DE47-88E9-DAAACAD0BDA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1B319F1-4EC2-D1EF-6683-5A5E61B5C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76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fld id="{B5946AA8-D0FA-6245-8647-638AF5DC148B}" type="datetimeFigureOut">
              <a:rPr lang="en-US" smtClean="0"/>
              <a:t>3/19/26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7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CMU Serif" panose="02000603000000000000" pitchFamily="2" charset="0"/>
          <a:cs typeface="CMU Serif" panose="02000603000000000000" pitchFamily="2" charset="0"/>
        </a:defRPr>
      </a:lvl1pPr>
    </p:titleStyle>
    <p:bodyStyle>
      <a:lvl1pPr marL="176213" indent="-176213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1pPr>
      <a:lvl2pPr marL="6350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2pPr>
      <a:lvl3pPr marL="10922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3pPr>
      <a:lvl4pPr marL="15430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4pPr>
      <a:lvl5pPr marL="20018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tx1"/>
          </a:solidFill>
          <a:latin typeface="+mn-lt"/>
          <a:ea typeface="CMU Serif Roman" panose="02000603000000000000" pitchFamily="2" charset="0"/>
          <a:cs typeface="CMU Serif Roman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F26B43"/>
          </p15:clr>
        </p15:guide>
        <p15:guide id="2" pos="72">
          <p15:clr>
            <a:srgbClr val="F26B43"/>
          </p15:clr>
        </p15:guide>
        <p15:guide id="3" pos="7608">
          <p15:clr>
            <a:srgbClr val="F26B43"/>
          </p15:clr>
        </p15:guide>
        <p15:guide id="4" pos="312">
          <p15:clr>
            <a:srgbClr val="F26B43"/>
          </p15:clr>
        </p15:guide>
        <p15:guide id="5" pos="7248">
          <p15:clr>
            <a:srgbClr val="F26B43"/>
          </p15:clr>
        </p15:guide>
        <p15:guide id="6" orient="horz" pos="4248">
          <p15:clr>
            <a:srgbClr val="F26B43"/>
          </p15:clr>
        </p15:guide>
        <p15:guide id="7" orient="horz" pos="288">
          <p15:clr>
            <a:srgbClr val="F26B43"/>
          </p15:clr>
        </p15:guide>
        <p15:guide id="8" orient="horz" pos="960">
          <p15:clr>
            <a:srgbClr val="F26B43"/>
          </p15:clr>
        </p15:guide>
        <p15:guide id="9" pos="7032">
          <p15:clr>
            <a:srgbClr val="F26B43"/>
          </p15:clr>
        </p15:guide>
        <p15:guide id="10" pos="936">
          <p15:clr>
            <a:srgbClr val="F26B43"/>
          </p15:clr>
        </p15:guide>
        <p15:guide id="11" orient="horz" pos="1152">
          <p15:clr>
            <a:srgbClr val="F26B43"/>
          </p15:clr>
        </p15:guide>
        <p15:guide id="12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B65-587D-B9A9-46EB-ED9B4E274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MINLP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DAD42-CC74-A2EC-5717-5CBC0FE8B9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1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C5CC-BCD5-C647-E5B9-4A391366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F2E9-38C2-F656-C436-34EE61AC2AC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21810"/>
      </p:ext>
    </p:extLst>
  </p:cSld>
  <p:clrMapOvr>
    <a:masterClrMapping/>
  </p:clrMapOvr>
</p:sld>
</file>

<file path=ppt/theme/theme1.xml><?xml version="1.0" encoding="utf-8"?>
<a:theme xmlns:a="http://schemas.openxmlformats.org/drawingml/2006/main" name="Work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" id="{CE17E1DC-1CC6-8247-9FD5-33C0EB5FAE6E}" vid="{4A1FE38A-C74A-5749-95D7-6F6BEC287B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</Template>
  <TotalTime>0</TotalTime>
  <Words>3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CMU Serif</vt:lpstr>
      <vt:lpstr>Franklin Gothic Medium</vt:lpstr>
      <vt:lpstr>Red Hat Display</vt:lpstr>
      <vt:lpstr>Work</vt:lpstr>
      <vt:lpstr>MINLP Project</vt:lpstr>
      <vt:lpstr>Maths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Kiernan Xay JENNINGS</dc:creator>
  <cp:lastModifiedBy>Kiernan Xay JENNINGS</cp:lastModifiedBy>
  <cp:revision>1</cp:revision>
  <dcterms:created xsi:type="dcterms:W3CDTF">2026-03-19T15:55:51Z</dcterms:created>
  <dcterms:modified xsi:type="dcterms:W3CDTF">2026-03-19T15:56:23Z</dcterms:modified>
</cp:coreProperties>
</file>